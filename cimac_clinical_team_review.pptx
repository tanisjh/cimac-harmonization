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8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>
      <p:cViewPr varScale="1">
        <p:scale>
          <a:sx n="100" d="100"/>
          <a:sy n="100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33A9-1AE5-EAC8-2F81-E8639A145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87D85-51B3-487C-0D98-8DEA3E40A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6B7DC-1547-720E-001B-38B5C03C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CB50C-D8F9-32DD-8E80-C88FA751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53608-DF94-AA84-46BE-CABC3405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2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65C7-5ACD-F9BF-80DA-560CED5F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718C2-2FD2-B620-C97D-DD6600D42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4E95A-5AAD-7081-0F0C-FE5D84CB6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F6E61-E711-EFC2-BD2E-0707E2C4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CCF81-F869-B431-6611-C6D18EE8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3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A575-B325-ACA7-EC9C-D0419B47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D131-57D8-B0D0-295F-BF099A2EC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444A8-A8A8-F5C5-87F0-60D07E0B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A4B13-F6DF-B26F-3563-E3558F69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F7393-B666-5BDE-2912-93D8DF7E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72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48236-BAD6-1314-9464-68DA036B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6560-1A2D-EB3C-B1E9-36170A0A0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D8B71-183F-2A72-1F9D-9E14905EF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C96F7-A3F1-6C33-E7FA-81B1FFEE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3C3DF-0F06-B32F-87DA-4A1F1ABF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B1DCD-5916-6548-416B-BF3B2DE4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4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FF79-1DD0-2662-DEBC-0C018A991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7C523-AB2F-90DB-5821-DBC96A6D9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29EEF-D8DE-E3A6-530E-03326AC5D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25349-0A86-6FAB-69FB-409DA5508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A4BEC-4248-F8B0-7D05-4C250081AB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6CF91-BE26-AEDD-10DA-9D840D6A2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765E72-1967-36F5-8341-15C46550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B6FDF7-AD4B-45FE-D59A-03C6F626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22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D15F-E2B3-B610-B978-28AB9D4F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87739-E1AE-3A30-F2B1-B4DA869A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27C76-B595-6798-4016-F53247F1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E7F9C-A0DA-4B60-B59F-4B92A778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6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87FB8-8B6E-D02E-75F6-DC6D2431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92313-F217-7B3D-4CDE-D73DC5EC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4408C-5811-848B-4476-F2380368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6A49-DFF1-D7A6-A726-3F88BF75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76E77-17BD-B193-DCDA-872208455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080A2-329E-7181-A5A7-2DCA87B8C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63D03-2038-D4E8-0D95-07428D35C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C891F-EEE2-2CC3-993A-B1512E49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A5AB3-9AC9-A3BD-4FDC-C4DC8480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CE79-401E-3607-5C3E-3FBEFCEB7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895C8-9956-7207-F19A-E6CA2E757C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A1B6F-A09D-FC1E-5A65-3A2FC35DC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29743-BBAC-1F61-AEA9-65D66E5A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E6575-12BE-0CA1-0D99-BB680835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69B16-C00D-EF8C-D53B-A150E5B8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51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84DB-AE05-0AD0-4C79-104C3BA6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36285-FC41-82FA-CE2E-D83565D55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D05EE-C84D-2DDC-CD2A-74AFB8422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ADA53-14FE-99FF-8A0D-05C22E06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ECF9F-B77C-746D-5680-83C5D2DF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28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6DCD23-535D-F820-F0F0-9447B862A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37ECA-810E-A21E-F0C1-3F0C60047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85CBD-129A-F7F7-53FA-417883E7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31400-7A4A-E3DE-35A4-95CB26E5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D3A26-19BD-99FB-CBE4-094FFF8EC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2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EB29E-6590-9681-6AF1-EF281DDA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7C542-A440-DF2A-5A78-F7234CC3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276BD-5870-0C0C-06F7-18D1DA1E2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C8131-ED0E-884A-AD54-EC69941FA04D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B747E-ED24-FD76-2845-716926193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0A1B3-8AFB-924F-C511-E166FB576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E25C7-3831-DA4C-A817-34277BBC8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65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A7E2-9FBA-CFB6-DC1C-B094883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E56C-F9A0-D2DB-404D-58E12768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11247120" cy="731520"/>
          </a:xfrm>
        </p:spPr>
        <p:txBody>
          <a:bodyPr tIns="0" bIns="0"/>
          <a:lstStyle/>
          <a:p>
            <a:r>
              <a:rPr lang="en-US" sz="2800" dirty="0">
                <a:solidFill>
                  <a:srgbClr val="000000"/>
                </a:solidFill>
                <a:latin typeface="Aptos"/>
              </a:rPr>
              <a:t>Possible rule refinements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C3F27-B894-7E44-FA44-82EE6132A5AF}"/>
              </a:ext>
            </a:extLst>
          </p:cNvPr>
          <p:cNvSpPr txBox="1"/>
          <p:nvPr/>
        </p:nvSpPr>
        <p:spPr>
          <a:xfrm>
            <a:off x="841248" y="1078992"/>
            <a:ext cx="6379695" cy="30162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lang="en-US" sz="1600" b="1" dirty="0">
                <a:solidFill>
                  <a:srgbClr val="1F4E79"/>
                </a:solidFill>
              </a:rPr>
              <a:t>Current code behavior compared with proposed reviewer decisions.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60DD43-FAB0-3FBB-79B3-C7A8C3790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41696"/>
              </p:ext>
            </p:extLst>
          </p:nvPr>
        </p:nvGraphicFramePr>
        <p:xfrm>
          <a:off x="777240" y="1790792"/>
          <a:ext cx="10972800" cy="4202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33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16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</a:rPr>
                        <a:t>Rule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</a:rPr>
                        <a:t>Reviewer confirmation needed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500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5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ABTC1603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pfs_stat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ABTC1603; ~18 affected cells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Current rule sets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Aptos"/>
                        </a:rPr>
                        <a:t>pfs_stat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 = 1 only if Days to Progression is present.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Should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Aptos"/>
                        </a:rPr>
                        <a:t>pfs_stat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 = 1 if Days to Progression is present OR Vital Status = DEAD?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[follow up with clinical team / CIDC]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5500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510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95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9C2E3-CE64-EA16-3FE3-6C2EF3F1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6B77-D404-5DD9-F722-FDDE111C2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11247120" cy="731520"/>
          </a:xfrm>
        </p:spPr>
        <p:txBody>
          <a:bodyPr tIns="0" bIns="0"/>
          <a:lstStyle/>
          <a:p>
            <a:r>
              <a:rPr lang="en-US" sz="2800" dirty="0">
                <a:solidFill>
                  <a:srgbClr val="000000"/>
                </a:solidFill>
                <a:latin typeface="Aptos"/>
              </a:rPr>
              <a:t>Template anomalies vs source-backed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6D72B-8E31-5E70-6D9D-73E56D97252C}"/>
              </a:ext>
            </a:extLst>
          </p:cNvPr>
          <p:cNvSpPr txBox="1"/>
          <p:nvPr/>
        </p:nvSpPr>
        <p:spPr>
          <a:xfrm>
            <a:off x="639453" y="1429721"/>
            <a:ext cx="8625246" cy="30162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lang="en-US" sz="1600" b="1" dirty="0">
                <a:solidFill>
                  <a:srgbClr val="1F4E79"/>
                </a:solidFill>
              </a:rPr>
              <a:t>Decide whether to keep source-backed pipeline values or reproduce Edgar/template values.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629EB5-E83E-CDB9-D983-DB427F0A5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365127"/>
              </p:ext>
            </p:extLst>
          </p:nvPr>
        </p:nvGraphicFramePr>
        <p:xfrm>
          <a:off x="639453" y="1840897"/>
          <a:ext cx="11247120" cy="4595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7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72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Reviewer confirmation needed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5176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176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10026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treatment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10026; 7 affected cells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Current rule uses trial-constant treatment = ipi_aza.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Keep source/config-backed value or reproduce Edgar/template blanks?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[follow up with CIDC about missing values from other fields]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176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000000"/>
                          </a:solidFill>
                          <a:latin typeface="Aptos"/>
                        </a:rPr>
                        <a:t>ABTC1603</a:t>
                      </a:r>
                    </a:p>
                    <a:p>
                      <a:pPr algn="l"/>
                      <a:r>
                        <a:rPr sz="1600" b="1" dirty="0">
                          <a:solidFill>
                            <a:srgbClr val="000000"/>
                          </a:solidFill>
                          <a:latin typeface="Aptos"/>
                        </a:rPr>
                        <a:t>treatment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ABTC1603; 3 affected cells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Current rule uses trial-constant treatment = AdvtK_Val_Nivo_TMZ.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Keep source/config-backed value or reproduce Edgar/template blanks?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[follow up with CIDC about missing values from other fields] 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178876"/>
                  </a:ext>
                </a:extLst>
              </a:tr>
              <a:tr h="1055176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8184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7E032-3D30-2E2F-7DB6-9A6020D6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0418D-9272-C564-C79D-2CA231F3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11247120" cy="731520"/>
          </a:xfrm>
        </p:spPr>
        <p:txBody>
          <a:bodyPr tIns="0" bIns="0"/>
          <a:lstStyle/>
          <a:p>
            <a:r>
              <a:rPr lang="en-US" sz="2800" dirty="0">
                <a:solidFill>
                  <a:srgbClr val="000000"/>
                </a:solidFill>
                <a:latin typeface="Aptos"/>
              </a:rPr>
              <a:t>Missing data and small mapping decisions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DCA39-4ABE-A106-6597-487CB82AEA23}"/>
              </a:ext>
            </a:extLst>
          </p:cNvPr>
          <p:cNvSpPr txBox="1"/>
          <p:nvPr/>
        </p:nvSpPr>
        <p:spPr>
          <a:xfrm>
            <a:off x="841248" y="1078992"/>
            <a:ext cx="5157309" cy="30162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lang="en-US" sz="1600" b="1" dirty="0">
                <a:solidFill>
                  <a:srgbClr val="1F4E79"/>
                </a:solidFill>
              </a:rPr>
              <a:t>External data gaps plus small mapping/config choices.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6DEDE9-981F-93A1-BB0B-17F56EBD1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667898"/>
              </p:ext>
            </p:extLst>
          </p:nvPr>
        </p:nvGraphicFramePr>
        <p:xfrm>
          <a:off x="640080" y="1408176"/>
          <a:ext cx="11247121" cy="5404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9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9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744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Reviewer confirmation needed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988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10013 / 14C0059G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Cimac.id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10013 and 14C0059G; 219 affected cells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No sample manifest found; pipeline emits NA.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Supply external sample manifest or keep NA?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[follow up with CIDC]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549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10013 / 14C0059G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clinical gaps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10013: ~1,960 values;</a:t>
                      </a:r>
                    </a:p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14C0059G: 92 cells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Fields not present in source files emit NA.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Supply missing clinical files / mappings or keep NA?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[follow up with CIDC]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4766"/>
                  </a:ext>
                </a:extLst>
              </a:tr>
              <a:tr h="733361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71609"/>
                  </a:ext>
                </a:extLst>
              </a:tr>
              <a:tr h="733361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341757"/>
                  </a:ext>
                </a:extLst>
              </a:tr>
              <a:tr h="733361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95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286</Words>
  <Application>Microsoft Macintosh PowerPoint</Application>
  <PresentationFormat>Widescreen</PresentationFormat>
  <Paragraphs>49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Possible rule refinements</vt:lpstr>
      <vt:lpstr>Template anomalies vs source-backed values</vt:lpstr>
      <vt:lpstr>Missing data and small mapping decisions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Tanis, James (NIH/NCI) [C]</dc:creator>
  <cp:lastModifiedBy>Tanis, James (NIH/NCI) [C]</cp:lastModifiedBy>
  <cp:revision>1</cp:revision>
  <dcterms:created xsi:type="dcterms:W3CDTF">2026-05-26T22:08:48Z</dcterms:created>
  <dcterms:modified xsi:type="dcterms:W3CDTF">2026-05-26T22:10:26Z</dcterms:modified>
</cp:coreProperties>
</file>